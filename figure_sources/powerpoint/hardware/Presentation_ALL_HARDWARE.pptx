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3"/>
    <p:restoredTop sz="94714"/>
  </p:normalViewPr>
  <p:slideViewPr>
    <p:cSldViewPr snapToGrid="0">
      <p:cViewPr>
        <p:scale>
          <a:sx n="95" d="100"/>
          <a:sy n="95" d="100"/>
        </p:scale>
        <p:origin x="2080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92A69-49A1-E663-571C-CACF7FA6D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C664FE-6ED7-4EB3-ED4B-B3FC41DA3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07E8A-E713-7854-FBB8-18A15A57F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6717D-FEA4-DA4B-AC5D-3E029C417A1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4C61F-695D-0224-A077-77145A805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0B0C2-1476-2453-58C6-E03FC6E91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CDDF-9EBD-CE43-B910-A9340DB3D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68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B513A-F9A6-503D-282D-5777F28D4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AC106-3932-BDD8-8D11-8628FB6AB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1E2F5-9C35-876B-AB3B-6BE18C278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6717D-FEA4-DA4B-AC5D-3E029C417A1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7C764-D2F8-EA0D-DC42-16279BB28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2D70A-7421-752A-6225-3AB61F72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CDDF-9EBD-CE43-B910-A9340DB3D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368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E5BBC-9210-0846-8DAA-959F553A8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A57C3-0768-DC15-17DD-84947830D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5C534-0298-46BB-8D06-6C8275806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6717D-FEA4-DA4B-AC5D-3E029C417A1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5F654-CD1B-E4EA-CA61-3EC12A1CE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C5AF4-F179-5D21-01D3-F86581C4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CDDF-9EBD-CE43-B910-A9340DB3D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897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7B5AF-0997-B8F1-BA43-130F8B212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97219-01CB-1B92-CEBA-D6C60D504B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BF179B-E3F0-C37F-355F-DEC562224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F38436-CA16-F282-62A9-1195574B4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6717D-FEA4-DA4B-AC5D-3E029C417A14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871284-4C82-DE4B-E77D-CF1CC6088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DE437-9703-DD2B-598E-0450C6FDE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CDDF-9EBD-CE43-B910-A9340DB3D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292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EE5EC-4863-FD5D-515B-E54EAA454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241E8-570E-C2E8-F4DB-F7AB06876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E8504-C193-CB05-25E4-422F46F13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B7A82A-7E89-8794-24C2-F9D846D225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22AD99-FB79-B910-F409-7F432E582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790F0C-A093-B517-DCE7-497769DC0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6717D-FEA4-DA4B-AC5D-3E029C417A14}" type="datetimeFigureOut">
              <a:rPr lang="en-US" smtClean="0"/>
              <a:t>8/1/26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EEA779-8F3A-C4BA-22DE-5B3A97460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66EDF9-7704-60C7-AF89-3715E3FF3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CDDF-9EBD-CE43-B910-A9340DB3D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15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C268C-8F70-835C-89C6-FDBBEAD90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0AAE79-2732-CADF-9B6E-040BAF999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6717D-FEA4-DA4B-AC5D-3E029C417A14}" type="datetimeFigureOut">
              <a:rPr lang="en-US" smtClean="0"/>
              <a:t>8/1/26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5073E5-2A72-421D-1D4B-0954989C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384C3B-F7AB-1FBC-4D76-A6FE893AC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CDDF-9EBD-CE43-B910-A9340DB3D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747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910DE2-75F7-DF94-A769-CBFC692AC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6717D-FEA4-DA4B-AC5D-3E029C417A14}" type="datetimeFigureOut">
              <a:rPr lang="en-US" smtClean="0"/>
              <a:t>8/1/26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9C8309-401E-F550-CCDD-D4600AB53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DF7CC-845C-0706-57C2-383484095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CDDF-9EBD-CE43-B910-A9340DB3D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26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F7128-F9ED-E84C-6378-AD1B2F490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E51F9-66DB-C7F2-040F-1DC647A97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D2469D-40D9-01CF-2439-31B51AE13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5C6C9-E47A-01A9-5B8C-2DA9920DB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6717D-FEA4-DA4B-AC5D-3E029C417A14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34C35-9C2E-190C-7541-CA68AC151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260389-8891-DA50-152F-0C0D22FBF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CDDF-9EBD-CE43-B910-A9340DB3D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023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213F3-A570-AC6F-6FB6-02F563EC7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09F9F4-076F-EA75-AC1C-87BDA9A4D4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268A83-AF23-D512-9862-38B55789E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54425-F2DB-4489-52BD-F9586DEA8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6717D-FEA4-DA4B-AC5D-3E029C417A14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0AB239-03B6-BF1F-FA84-CDEDED94C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32B15-1EFD-48BF-08F5-C692B6D7E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CDDF-9EBD-CE43-B910-A9340DB3D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6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F1570-A175-C19C-B858-5A8E360D7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1100EC-04F7-7D68-7F94-868B85CE7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795DB-FA67-301D-61FF-175FF6531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6717D-FEA4-DA4B-AC5D-3E029C417A1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E4B30-1632-7E58-362E-B4F76592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BB34D-F5E4-4A1C-2DCB-A9ADB3234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CDDF-9EBD-CE43-B910-A9340DB3D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048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63F61E-512B-1C22-8004-5BA4148AA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F0F160-305A-7E59-C238-759B6C61B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6612B-07E6-27CD-2831-AEF084B36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6717D-FEA4-DA4B-AC5D-3E029C417A1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ED5B5-D982-9013-3219-B06B4684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224A3-082C-C8B9-DC7C-ACF3FCB46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1CDDF-9EBD-CE43-B910-A9340DB3D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167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0CBB82-40B8-2793-2043-11E35725D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6BBDC-E246-11D7-3824-5B11CDB26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31220-C23D-2115-4E7B-1E40D47914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16717D-FEA4-DA4B-AC5D-3E029C417A1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9A73B-F199-42BB-820B-0849B226C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BD940-D900-BC95-D73C-BCD291715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A1CDDF-9EBD-CE43-B910-A9340DB3D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874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37;p17" title="image (10).png">
            <a:extLst>
              <a:ext uri="{FF2B5EF4-FFF2-40B4-BE49-F238E27FC236}">
                <a16:creationId xmlns:a16="http://schemas.microsoft.com/office/drawing/2014/main" id="{C8A96815-A9C7-4E8C-C32C-FE9F7CAEA6D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91474" y="2932059"/>
            <a:ext cx="2012543" cy="1477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8;p17">
            <a:extLst>
              <a:ext uri="{FF2B5EF4-FFF2-40B4-BE49-F238E27FC236}">
                <a16:creationId xmlns:a16="http://schemas.microsoft.com/office/drawing/2014/main" id="{896009BD-4ED2-AA7D-BD33-94C64FC941A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4442" y="4534453"/>
            <a:ext cx="1319468" cy="11957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Google Shape;139;p17">
            <a:extLst>
              <a:ext uri="{FF2B5EF4-FFF2-40B4-BE49-F238E27FC236}">
                <a16:creationId xmlns:a16="http://schemas.microsoft.com/office/drawing/2014/main" id="{88B176D2-4A20-6C77-E168-E0689F647E56}"/>
              </a:ext>
            </a:extLst>
          </p:cNvPr>
          <p:cNvCxnSpPr>
            <a:stCxn id="9" idx="3"/>
          </p:cNvCxnSpPr>
          <p:nvPr/>
        </p:nvCxnSpPr>
        <p:spPr>
          <a:xfrm>
            <a:off x="7945465" y="3384905"/>
            <a:ext cx="632872" cy="1309614"/>
          </a:xfrm>
          <a:prstGeom prst="straightConnector1">
            <a:avLst/>
          </a:prstGeom>
          <a:noFill/>
          <a:ln w="3180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7" name="Google Shape;141;p17">
            <a:extLst>
              <a:ext uri="{FF2B5EF4-FFF2-40B4-BE49-F238E27FC236}">
                <a16:creationId xmlns:a16="http://schemas.microsoft.com/office/drawing/2014/main" id="{200DE326-95A3-6515-4EB1-358CDC18293F}"/>
              </a:ext>
            </a:extLst>
          </p:cNvPr>
          <p:cNvCxnSpPr>
            <a:stCxn id="9" idx="1"/>
          </p:cNvCxnSpPr>
          <p:nvPr/>
        </p:nvCxnSpPr>
        <p:spPr>
          <a:xfrm flipH="1">
            <a:off x="7362656" y="3465935"/>
            <a:ext cx="380721" cy="1305485"/>
          </a:xfrm>
          <a:prstGeom prst="straightConnector1">
            <a:avLst/>
          </a:prstGeom>
          <a:noFill/>
          <a:ln w="3180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id="8" name="Google Shape;142;p17" title="Screenshot 2026-05-27 at 11.49.30 AM.png">
            <a:extLst>
              <a:ext uri="{FF2B5EF4-FFF2-40B4-BE49-F238E27FC236}">
                <a16:creationId xmlns:a16="http://schemas.microsoft.com/office/drawing/2014/main" id="{2169406C-08C9-432D-9798-854B7332B7A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1600" y="3109415"/>
            <a:ext cx="1623159" cy="1225291"/>
          </a:xfrm>
          <a:prstGeom prst="rect">
            <a:avLst/>
          </a:prstGeom>
          <a:noFill/>
          <a:ln w="31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" name="Google Shape;140;p17">
            <a:extLst>
              <a:ext uri="{FF2B5EF4-FFF2-40B4-BE49-F238E27FC236}">
                <a16:creationId xmlns:a16="http://schemas.microsoft.com/office/drawing/2014/main" id="{58B16CCA-FF4D-2AC9-DC2F-75A674A63EE5}"/>
              </a:ext>
            </a:extLst>
          </p:cNvPr>
          <p:cNvSpPr/>
          <p:nvPr/>
        </p:nvSpPr>
        <p:spPr>
          <a:xfrm rot="20289057">
            <a:off x="7735557" y="3369002"/>
            <a:ext cx="217728" cy="112836"/>
          </a:xfrm>
          <a:prstGeom prst="rect">
            <a:avLst/>
          </a:prstGeom>
          <a:noFill/>
          <a:ln w="318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1750" tIns="101750" rIns="101750" bIns="101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"/>
          </a:p>
        </p:txBody>
      </p:sp>
      <p:sp>
        <p:nvSpPr>
          <p:cNvPr id="10" name="Google Shape;144;p17">
            <a:extLst>
              <a:ext uri="{FF2B5EF4-FFF2-40B4-BE49-F238E27FC236}">
                <a16:creationId xmlns:a16="http://schemas.microsoft.com/office/drawing/2014/main" id="{A7ABFEDA-A807-B6E2-2182-383CAB8E06E5}"/>
              </a:ext>
            </a:extLst>
          </p:cNvPr>
          <p:cNvSpPr txBox="1"/>
          <p:nvPr/>
        </p:nvSpPr>
        <p:spPr>
          <a:xfrm>
            <a:off x="2990678" y="949841"/>
            <a:ext cx="2082984" cy="39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750" tIns="101750" rIns="101750" bIns="1017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Rig geometry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" name="Google Shape;145;p17">
            <a:extLst>
              <a:ext uri="{FF2B5EF4-FFF2-40B4-BE49-F238E27FC236}">
                <a16:creationId xmlns:a16="http://schemas.microsoft.com/office/drawing/2014/main" id="{DA28F4E9-AC1D-C6D9-06A1-3E59D252C613}"/>
              </a:ext>
            </a:extLst>
          </p:cNvPr>
          <p:cNvSpPr txBox="1"/>
          <p:nvPr/>
        </p:nvSpPr>
        <p:spPr>
          <a:xfrm>
            <a:off x="4932819" y="949841"/>
            <a:ext cx="2082984" cy="39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750" tIns="101750" rIns="101750" bIns="1017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Mouse platform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" name="Google Shape;146;p17">
            <a:extLst>
              <a:ext uri="{FF2B5EF4-FFF2-40B4-BE49-F238E27FC236}">
                <a16:creationId xmlns:a16="http://schemas.microsoft.com/office/drawing/2014/main" id="{9A315DB1-D543-4535-8245-3AE6C06E9043}"/>
              </a:ext>
            </a:extLst>
          </p:cNvPr>
          <p:cNvSpPr txBox="1"/>
          <p:nvPr/>
        </p:nvSpPr>
        <p:spPr>
          <a:xfrm>
            <a:off x="6888572" y="949841"/>
            <a:ext cx="2082984" cy="39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750" tIns="101750" rIns="101750" bIns="1017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Brain targetting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5" name="Google Shape;149;p17">
            <a:extLst>
              <a:ext uri="{FF2B5EF4-FFF2-40B4-BE49-F238E27FC236}">
                <a16:creationId xmlns:a16="http://schemas.microsoft.com/office/drawing/2014/main" id="{FCFE1BF4-6A7D-ED06-CE31-D1F4EA96DCA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49382" y="1540467"/>
            <a:ext cx="1653914" cy="14027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150;p17">
            <a:extLst>
              <a:ext uri="{FF2B5EF4-FFF2-40B4-BE49-F238E27FC236}">
                <a16:creationId xmlns:a16="http://schemas.microsoft.com/office/drawing/2014/main" id="{FE0886C8-00AE-3B1F-A3B7-6A925C084118}"/>
              </a:ext>
            </a:extLst>
          </p:cNvPr>
          <p:cNvCxnSpPr/>
          <p:nvPr/>
        </p:nvCxnSpPr>
        <p:spPr>
          <a:xfrm rot="10854844" flipH="1">
            <a:off x="7781056" y="3391090"/>
            <a:ext cx="111438" cy="48636"/>
          </a:xfrm>
          <a:prstGeom prst="straightConnector1">
            <a:avLst/>
          </a:prstGeom>
          <a:noFill/>
          <a:ln w="42400" cap="flat" cmpd="sng">
            <a:solidFill>
              <a:srgbClr val="8CC63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151;p17">
            <a:extLst>
              <a:ext uri="{FF2B5EF4-FFF2-40B4-BE49-F238E27FC236}">
                <a16:creationId xmlns:a16="http://schemas.microsoft.com/office/drawing/2014/main" id="{0D03105F-93A3-35C1-EB2C-1425C5E3D8C9}"/>
              </a:ext>
            </a:extLst>
          </p:cNvPr>
          <p:cNvCxnSpPr/>
          <p:nvPr/>
        </p:nvCxnSpPr>
        <p:spPr>
          <a:xfrm rot="10854844" flipH="1">
            <a:off x="7801055" y="3426705"/>
            <a:ext cx="111438" cy="48636"/>
          </a:xfrm>
          <a:prstGeom prst="straightConnector1">
            <a:avLst/>
          </a:prstGeom>
          <a:noFill/>
          <a:ln w="42400" cap="flat" cmpd="sng">
            <a:solidFill>
              <a:srgbClr val="CCE8F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152;p17">
            <a:extLst>
              <a:ext uri="{FF2B5EF4-FFF2-40B4-BE49-F238E27FC236}">
                <a16:creationId xmlns:a16="http://schemas.microsoft.com/office/drawing/2014/main" id="{288711A5-3F04-1E2D-AC66-81671036132B}"/>
              </a:ext>
            </a:extLst>
          </p:cNvPr>
          <p:cNvCxnSpPr/>
          <p:nvPr/>
        </p:nvCxnSpPr>
        <p:spPr>
          <a:xfrm rot="10854844" flipH="1">
            <a:off x="7821723" y="3471821"/>
            <a:ext cx="111438" cy="48636"/>
          </a:xfrm>
          <a:prstGeom prst="straightConnector1">
            <a:avLst/>
          </a:prstGeom>
          <a:noFill/>
          <a:ln w="42400" cap="flat" cmpd="sng">
            <a:solidFill>
              <a:srgbClr val="53A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153;p17">
            <a:extLst>
              <a:ext uri="{FF2B5EF4-FFF2-40B4-BE49-F238E27FC236}">
                <a16:creationId xmlns:a16="http://schemas.microsoft.com/office/drawing/2014/main" id="{46CC57FC-BF4A-EEFC-084D-5AD21CA67B76}"/>
              </a:ext>
            </a:extLst>
          </p:cNvPr>
          <p:cNvCxnSpPr/>
          <p:nvPr/>
        </p:nvCxnSpPr>
        <p:spPr>
          <a:xfrm rot="10854844" flipH="1">
            <a:off x="7841637" y="3512674"/>
            <a:ext cx="111438" cy="48636"/>
          </a:xfrm>
          <a:prstGeom prst="straightConnector1">
            <a:avLst/>
          </a:prstGeom>
          <a:noFill/>
          <a:ln w="42400" cap="flat" cmpd="sng">
            <a:solidFill>
              <a:srgbClr val="2B388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154;p17">
            <a:extLst>
              <a:ext uri="{FF2B5EF4-FFF2-40B4-BE49-F238E27FC236}">
                <a16:creationId xmlns:a16="http://schemas.microsoft.com/office/drawing/2014/main" id="{E23D9B27-10CA-CCED-54F5-E99160B986EF}"/>
              </a:ext>
            </a:extLst>
          </p:cNvPr>
          <p:cNvSpPr/>
          <p:nvPr/>
        </p:nvSpPr>
        <p:spPr>
          <a:xfrm>
            <a:off x="7940811" y="1942880"/>
            <a:ext cx="417423" cy="332321"/>
          </a:xfrm>
          <a:prstGeom prst="rect">
            <a:avLst/>
          </a:prstGeom>
          <a:noFill/>
          <a:ln w="31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1750" tIns="101750" rIns="101750" bIns="101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"/>
          </a:p>
        </p:txBody>
      </p:sp>
      <p:cxnSp>
        <p:nvCxnSpPr>
          <p:cNvPr id="21" name="Google Shape;155;p17">
            <a:extLst>
              <a:ext uri="{FF2B5EF4-FFF2-40B4-BE49-F238E27FC236}">
                <a16:creationId xmlns:a16="http://schemas.microsoft.com/office/drawing/2014/main" id="{CA95D264-01DA-FCB6-8200-E4756C4E79BA}"/>
              </a:ext>
            </a:extLst>
          </p:cNvPr>
          <p:cNvCxnSpPr/>
          <p:nvPr/>
        </p:nvCxnSpPr>
        <p:spPr>
          <a:xfrm flipH="1">
            <a:off x="7085073" y="2276527"/>
            <a:ext cx="859791" cy="831405"/>
          </a:xfrm>
          <a:prstGeom prst="straightConnector1">
            <a:avLst/>
          </a:prstGeom>
          <a:noFill/>
          <a:ln w="318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2" name="Google Shape;156;p17">
            <a:extLst>
              <a:ext uri="{FF2B5EF4-FFF2-40B4-BE49-F238E27FC236}">
                <a16:creationId xmlns:a16="http://schemas.microsoft.com/office/drawing/2014/main" id="{57DB40F4-BB4B-FD21-6019-93AC58A6504C}"/>
              </a:ext>
            </a:extLst>
          </p:cNvPr>
          <p:cNvCxnSpPr/>
          <p:nvPr/>
        </p:nvCxnSpPr>
        <p:spPr>
          <a:xfrm>
            <a:off x="8358207" y="2276527"/>
            <a:ext cx="355890" cy="831405"/>
          </a:xfrm>
          <a:prstGeom prst="straightConnector1">
            <a:avLst/>
          </a:prstGeom>
          <a:noFill/>
          <a:ln w="318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3" name="Google Shape;157;p17">
            <a:extLst>
              <a:ext uri="{FF2B5EF4-FFF2-40B4-BE49-F238E27FC236}">
                <a16:creationId xmlns:a16="http://schemas.microsoft.com/office/drawing/2014/main" id="{61FDDE1A-8DDA-F82C-5BEF-275432F8FCD5}"/>
              </a:ext>
            </a:extLst>
          </p:cNvPr>
          <p:cNvCxnSpPr>
            <a:stCxn id="9" idx="1"/>
          </p:cNvCxnSpPr>
          <p:nvPr/>
        </p:nvCxnSpPr>
        <p:spPr>
          <a:xfrm flipH="1">
            <a:off x="7370742" y="3465935"/>
            <a:ext cx="372635" cy="1321714"/>
          </a:xfrm>
          <a:prstGeom prst="straightConnector1">
            <a:avLst/>
          </a:prstGeom>
          <a:noFill/>
          <a:ln w="31800" cap="flat" cmpd="sng">
            <a:solidFill>
              <a:schemeClr val="lt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4" name="Google Shape;158;p17">
            <a:extLst>
              <a:ext uri="{FF2B5EF4-FFF2-40B4-BE49-F238E27FC236}">
                <a16:creationId xmlns:a16="http://schemas.microsoft.com/office/drawing/2014/main" id="{07F2A999-C669-E5BE-7414-197379F13B6C}"/>
              </a:ext>
            </a:extLst>
          </p:cNvPr>
          <p:cNvCxnSpPr/>
          <p:nvPr/>
        </p:nvCxnSpPr>
        <p:spPr>
          <a:xfrm>
            <a:off x="7968502" y="3450369"/>
            <a:ext cx="605805" cy="1236039"/>
          </a:xfrm>
          <a:prstGeom prst="straightConnector1">
            <a:avLst/>
          </a:prstGeom>
          <a:noFill/>
          <a:ln w="31800" cap="flat" cmpd="sng">
            <a:solidFill>
              <a:schemeClr val="lt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5" name="Google Shape;159;p17">
            <a:extLst>
              <a:ext uri="{FF2B5EF4-FFF2-40B4-BE49-F238E27FC236}">
                <a16:creationId xmlns:a16="http://schemas.microsoft.com/office/drawing/2014/main" id="{AD6C9AC6-13F5-11CF-3B05-6441624E46C2}"/>
              </a:ext>
            </a:extLst>
          </p:cNvPr>
          <p:cNvCxnSpPr/>
          <p:nvPr/>
        </p:nvCxnSpPr>
        <p:spPr>
          <a:xfrm rot="10020058" flipH="1">
            <a:off x="7431251" y="3561289"/>
            <a:ext cx="111411" cy="48618"/>
          </a:xfrm>
          <a:prstGeom prst="straightConnector1">
            <a:avLst/>
          </a:prstGeom>
          <a:noFill/>
          <a:ln w="42400" cap="flat" cmpd="sng">
            <a:solidFill>
              <a:srgbClr val="8CC63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" name="Google Shape;160;p17">
            <a:extLst>
              <a:ext uri="{FF2B5EF4-FFF2-40B4-BE49-F238E27FC236}">
                <a16:creationId xmlns:a16="http://schemas.microsoft.com/office/drawing/2014/main" id="{63BC2DA3-A8C6-9217-6FD1-1EF46250BF30}"/>
              </a:ext>
            </a:extLst>
          </p:cNvPr>
          <p:cNvCxnSpPr/>
          <p:nvPr/>
        </p:nvCxnSpPr>
        <p:spPr>
          <a:xfrm rot="10020058" flipH="1">
            <a:off x="7459238" y="3591041"/>
            <a:ext cx="111411" cy="48618"/>
          </a:xfrm>
          <a:prstGeom prst="straightConnector1">
            <a:avLst/>
          </a:prstGeom>
          <a:noFill/>
          <a:ln w="42400" cap="flat" cmpd="sng">
            <a:solidFill>
              <a:srgbClr val="CCE8F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161;p17">
            <a:extLst>
              <a:ext uri="{FF2B5EF4-FFF2-40B4-BE49-F238E27FC236}">
                <a16:creationId xmlns:a16="http://schemas.microsoft.com/office/drawing/2014/main" id="{A6DC804E-E029-6EAC-191E-C6C7445951BC}"/>
              </a:ext>
            </a:extLst>
          </p:cNvPr>
          <p:cNvCxnSpPr/>
          <p:nvPr/>
        </p:nvCxnSpPr>
        <p:spPr>
          <a:xfrm rot="10020058" flipH="1">
            <a:off x="7490162" y="3629851"/>
            <a:ext cx="111411" cy="48618"/>
          </a:xfrm>
          <a:prstGeom prst="straightConnector1">
            <a:avLst/>
          </a:prstGeom>
          <a:noFill/>
          <a:ln w="42400" cap="flat" cmpd="sng">
            <a:solidFill>
              <a:srgbClr val="53A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162;p17">
            <a:extLst>
              <a:ext uri="{FF2B5EF4-FFF2-40B4-BE49-F238E27FC236}">
                <a16:creationId xmlns:a16="http://schemas.microsoft.com/office/drawing/2014/main" id="{F4A54D69-F4ED-8043-62EF-CC6E2F895862}"/>
              </a:ext>
            </a:extLst>
          </p:cNvPr>
          <p:cNvCxnSpPr/>
          <p:nvPr/>
        </p:nvCxnSpPr>
        <p:spPr>
          <a:xfrm rot="10020058" flipH="1">
            <a:off x="7519327" y="3664707"/>
            <a:ext cx="111411" cy="48618"/>
          </a:xfrm>
          <a:prstGeom prst="straightConnector1">
            <a:avLst/>
          </a:prstGeom>
          <a:noFill/>
          <a:ln w="42400" cap="flat" cmpd="sng">
            <a:solidFill>
              <a:srgbClr val="2B388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Google Shape;163;p17">
            <a:extLst>
              <a:ext uri="{FF2B5EF4-FFF2-40B4-BE49-F238E27FC236}">
                <a16:creationId xmlns:a16="http://schemas.microsoft.com/office/drawing/2014/main" id="{2DDFBFDC-07A2-6A22-3F4E-852E61066272}"/>
              </a:ext>
            </a:extLst>
          </p:cNvPr>
          <p:cNvSpPr txBox="1"/>
          <p:nvPr/>
        </p:nvSpPr>
        <p:spPr>
          <a:xfrm>
            <a:off x="8598637" y="4753213"/>
            <a:ext cx="503098" cy="39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750" tIns="101750" rIns="101750" bIns="1017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600">
                <a:solidFill>
                  <a:schemeClr val="dk1"/>
                </a:solidFill>
              </a:rPr>
              <a:t>Apical plane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0" name="Google Shape;164;p17">
            <a:extLst>
              <a:ext uri="{FF2B5EF4-FFF2-40B4-BE49-F238E27FC236}">
                <a16:creationId xmlns:a16="http://schemas.microsoft.com/office/drawing/2014/main" id="{8CA9EBBE-E9EA-E8F9-AF5F-7876049F6DFB}"/>
              </a:ext>
            </a:extLst>
          </p:cNvPr>
          <p:cNvSpPr txBox="1"/>
          <p:nvPr/>
        </p:nvSpPr>
        <p:spPr>
          <a:xfrm>
            <a:off x="8598637" y="5134138"/>
            <a:ext cx="503098" cy="39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750" tIns="101750" rIns="101750" bIns="1017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600">
                <a:solidFill>
                  <a:schemeClr val="dk1"/>
                </a:solidFill>
              </a:rPr>
              <a:t>Proximal plane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1" name="Google Shape;165;p17">
            <a:extLst>
              <a:ext uri="{FF2B5EF4-FFF2-40B4-BE49-F238E27FC236}">
                <a16:creationId xmlns:a16="http://schemas.microsoft.com/office/drawing/2014/main" id="{1935D777-DC26-1566-47FB-E9A46C0179DD}"/>
              </a:ext>
            </a:extLst>
          </p:cNvPr>
          <p:cNvSpPr txBox="1"/>
          <p:nvPr/>
        </p:nvSpPr>
        <p:spPr>
          <a:xfrm>
            <a:off x="6945826" y="5733924"/>
            <a:ext cx="1914731" cy="39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750" tIns="101750" rIns="101750" bIns="1017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600">
                <a:solidFill>
                  <a:schemeClr val="dk1"/>
                </a:solidFill>
              </a:rPr>
              <a:t>Dual planes high-speed dendritic imaging of VISp Layer II/III pyramidal cell</a:t>
            </a:r>
            <a:endParaRPr sz="600">
              <a:solidFill>
                <a:schemeClr val="dk1"/>
              </a:solidFill>
            </a:endParaRPr>
          </a:p>
        </p:txBody>
      </p:sp>
      <p:cxnSp>
        <p:nvCxnSpPr>
          <p:cNvPr id="32" name="Google Shape;166;p17">
            <a:extLst>
              <a:ext uri="{FF2B5EF4-FFF2-40B4-BE49-F238E27FC236}">
                <a16:creationId xmlns:a16="http://schemas.microsoft.com/office/drawing/2014/main" id="{019E600B-013E-F66D-FAC7-450373BA6A81}"/>
              </a:ext>
            </a:extLst>
          </p:cNvPr>
          <p:cNvCxnSpPr/>
          <p:nvPr/>
        </p:nvCxnSpPr>
        <p:spPr>
          <a:xfrm>
            <a:off x="7134906" y="3158482"/>
            <a:ext cx="123466" cy="0"/>
          </a:xfrm>
          <a:prstGeom prst="straightConnector1">
            <a:avLst/>
          </a:prstGeom>
          <a:noFill/>
          <a:ln w="65900" cap="flat" cmpd="sng">
            <a:solidFill>
              <a:srgbClr val="8CC63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" name="Google Shape;167;p17">
            <a:extLst>
              <a:ext uri="{FF2B5EF4-FFF2-40B4-BE49-F238E27FC236}">
                <a16:creationId xmlns:a16="http://schemas.microsoft.com/office/drawing/2014/main" id="{D349EFEB-665E-0CA2-E3D5-42BA0F6E64A8}"/>
              </a:ext>
            </a:extLst>
          </p:cNvPr>
          <p:cNvCxnSpPr/>
          <p:nvPr/>
        </p:nvCxnSpPr>
        <p:spPr>
          <a:xfrm>
            <a:off x="7134906" y="3260825"/>
            <a:ext cx="123466" cy="0"/>
          </a:xfrm>
          <a:prstGeom prst="straightConnector1">
            <a:avLst/>
          </a:prstGeom>
          <a:noFill/>
          <a:ln w="65900" cap="flat" cmpd="sng">
            <a:solidFill>
              <a:srgbClr val="CCE8F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Google Shape;168;p17">
            <a:extLst>
              <a:ext uri="{FF2B5EF4-FFF2-40B4-BE49-F238E27FC236}">
                <a16:creationId xmlns:a16="http://schemas.microsoft.com/office/drawing/2014/main" id="{8A414764-ACB3-E9B9-AC7E-F55ED349EC45}"/>
              </a:ext>
            </a:extLst>
          </p:cNvPr>
          <p:cNvCxnSpPr/>
          <p:nvPr/>
        </p:nvCxnSpPr>
        <p:spPr>
          <a:xfrm>
            <a:off x="7134906" y="3363168"/>
            <a:ext cx="123466" cy="0"/>
          </a:xfrm>
          <a:prstGeom prst="straightConnector1">
            <a:avLst/>
          </a:prstGeom>
          <a:noFill/>
          <a:ln w="65900" cap="flat" cmpd="sng">
            <a:solidFill>
              <a:srgbClr val="53A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" name="Google Shape;169;p17">
            <a:extLst>
              <a:ext uri="{FF2B5EF4-FFF2-40B4-BE49-F238E27FC236}">
                <a16:creationId xmlns:a16="http://schemas.microsoft.com/office/drawing/2014/main" id="{54ED8638-2D73-F147-B6AE-E484531C1BCA}"/>
              </a:ext>
            </a:extLst>
          </p:cNvPr>
          <p:cNvCxnSpPr/>
          <p:nvPr/>
        </p:nvCxnSpPr>
        <p:spPr>
          <a:xfrm>
            <a:off x="7134906" y="3465510"/>
            <a:ext cx="123466" cy="0"/>
          </a:xfrm>
          <a:prstGeom prst="straightConnector1">
            <a:avLst/>
          </a:prstGeom>
          <a:noFill/>
          <a:ln w="65900" cap="flat" cmpd="sng">
            <a:solidFill>
              <a:srgbClr val="2B388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Google Shape;170;p17">
            <a:extLst>
              <a:ext uri="{FF2B5EF4-FFF2-40B4-BE49-F238E27FC236}">
                <a16:creationId xmlns:a16="http://schemas.microsoft.com/office/drawing/2014/main" id="{3B496BF5-2860-9EEA-6673-FF0E215B3FF5}"/>
              </a:ext>
            </a:extLst>
          </p:cNvPr>
          <p:cNvSpPr txBox="1"/>
          <p:nvPr/>
        </p:nvSpPr>
        <p:spPr>
          <a:xfrm>
            <a:off x="7258368" y="3081134"/>
            <a:ext cx="439386" cy="44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100" tIns="158100" rIns="158100" bIns="1581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400">
                <a:solidFill>
                  <a:schemeClr val="dk1"/>
                </a:solidFill>
              </a:rPr>
              <a:t>Layer I</a:t>
            </a:r>
            <a:endParaRPr sz="400">
              <a:solidFill>
                <a:schemeClr val="dk1"/>
              </a:solidFill>
            </a:endParaRPr>
          </a:p>
        </p:txBody>
      </p:sp>
      <p:sp>
        <p:nvSpPr>
          <p:cNvPr id="37" name="Google Shape;171;p17">
            <a:extLst>
              <a:ext uri="{FF2B5EF4-FFF2-40B4-BE49-F238E27FC236}">
                <a16:creationId xmlns:a16="http://schemas.microsoft.com/office/drawing/2014/main" id="{4ABB5FC3-C10D-F9B1-B1A8-496985BC54D8}"/>
              </a:ext>
            </a:extLst>
          </p:cNvPr>
          <p:cNvSpPr txBox="1"/>
          <p:nvPr/>
        </p:nvSpPr>
        <p:spPr>
          <a:xfrm>
            <a:off x="7258368" y="3185895"/>
            <a:ext cx="439386" cy="44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100" tIns="158100" rIns="158100" bIns="1581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400">
                <a:solidFill>
                  <a:schemeClr val="dk1"/>
                </a:solidFill>
              </a:rPr>
              <a:t>Layer II/III </a:t>
            </a:r>
            <a:endParaRPr sz="400">
              <a:solidFill>
                <a:schemeClr val="dk1"/>
              </a:solidFill>
            </a:endParaRPr>
          </a:p>
        </p:txBody>
      </p:sp>
      <p:sp>
        <p:nvSpPr>
          <p:cNvPr id="38" name="Google Shape;172;p17">
            <a:extLst>
              <a:ext uri="{FF2B5EF4-FFF2-40B4-BE49-F238E27FC236}">
                <a16:creationId xmlns:a16="http://schemas.microsoft.com/office/drawing/2014/main" id="{E506F333-A9FE-99D4-E9FD-53CF6E86CA3C}"/>
              </a:ext>
            </a:extLst>
          </p:cNvPr>
          <p:cNvSpPr txBox="1"/>
          <p:nvPr/>
        </p:nvSpPr>
        <p:spPr>
          <a:xfrm>
            <a:off x="7258368" y="3290656"/>
            <a:ext cx="417423" cy="44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100" tIns="158100" rIns="158100" bIns="1581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400">
                <a:solidFill>
                  <a:schemeClr val="dk1"/>
                </a:solidFill>
              </a:rPr>
              <a:t>Layer IV </a:t>
            </a:r>
            <a:endParaRPr sz="400">
              <a:solidFill>
                <a:schemeClr val="dk1"/>
              </a:solidFill>
            </a:endParaRPr>
          </a:p>
        </p:txBody>
      </p:sp>
      <p:sp>
        <p:nvSpPr>
          <p:cNvPr id="39" name="Google Shape;173;p17">
            <a:extLst>
              <a:ext uri="{FF2B5EF4-FFF2-40B4-BE49-F238E27FC236}">
                <a16:creationId xmlns:a16="http://schemas.microsoft.com/office/drawing/2014/main" id="{0441A70B-8526-FA03-A29E-83458C094CB9}"/>
              </a:ext>
            </a:extLst>
          </p:cNvPr>
          <p:cNvSpPr txBox="1"/>
          <p:nvPr/>
        </p:nvSpPr>
        <p:spPr>
          <a:xfrm>
            <a:off x="7258368" y="3395417"/>
            <a:ext cx="355890" cy="6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100" tIns="158100" rIns="158100" bIns="1581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400">
                <a:solidFill>
                  <a:schemeClr val="dk1"/>
                </a:solidFill>
              </a:rPr>
              <a:t>Layer V </a:t>
            </a:r>
            <a:endParaRPr sz="400">
              <a:solidFill>
                <a:schemeClr val="dk1"/>
              </a:solidFill>
            </a:endParaRPr>
          </a:p>
        </p:txBody>
      </p:sp>
      <p:sp>
        <p:nvSpPr>
          <p:cNvPr id="40" name="Google Shape;174;p17">
            <a:extLst>
              <a:ext uri="{FF2B5EF4-FFF2-40B4-BE49-F238E27FC236}">
                <a16:creationId xmlns:a16="http://schemas.microsoft.com/office/drawing/2014/main" id="{AFFE4498-1E8F-309E-30A0-CCAA2CCB8458}"/>
              </a:ext>
            </a:extLst>
          </p:cNvPr>
          <p:cNvSpPr txBox="1"/>
          <p:nvPr/>
        </p:nvSpPr>
        <p:spPr>
          <a:xfrm>
            <a:off x="7070395" y="4037065"/>
            <a:ext cx="1653978" cy="39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750" tIns="101750" rIns="101750" bIns="1017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600">
                <a:solidFill>
                  <a:schemeClr val="dk1"/>
                </a:solidFill>
              </a:rPr>
              <a:t>8 simultaneously imaged planes pan-neuronal calcium imaging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41" name="Google Shape;175;p17">
            <a:extLst>
              <a:ext uri="{FF2B5EF4-FFF2-40B4-BE49-F238E27FC236}">
                <a16:creationId xmlns:a16="http://schemas.microsoft.com/office/drawing/2014/main" id="{6228E517-8A53-CD81-6E1C-6E4DAE063037}"/>
              </a:ext>
            </a:extLst>
          </p:cNvPr>
          <p:cNvSpPr txBox="1"/>
          <p:nvPr/>
        </p:nvSpPr>
        <p:spPr>
          <a:xfrm>
            <a:off x="7142024" y="1248203"/>
            <a:ext cx="1668601" cy="39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750" tIns="101750" rIns="101750" bIns="1017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600">
                <a:solidFill>
                  <a:schemeClr val="dk1"/>
                </a:solidFill>
              </a:rPr>
              <a:t>6 Neuropixels probes simultaneously record across the brain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42" name="Google Shape;176;p17">
            <a:extLst>
              <a:ext uri="{FF2B5EF4-FFF2-40B4-BE49-F238E27FC236}">
                <a16:creationId xmlns:a16="http://schemas.microsoft.com/office/drawing/2014/main" id="{3D068B03-C38D-31F4-3904-F6E383A3DE96}"/>
              </a:ext>
            </a:extLst>
          </p:cNvPr>
          <p:cNvSpPr txBox="1"/>
          <p:nvPr/>
        </p:nvSpPr>
        <p:spPr>
          <a:xfrm>
            <a:off x="7769546" y="3660253"/>
            <a:ext cx="255649" cy="57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750" tIns="101750" rIns="101750" bIns="1017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600">
                <a:solidFill>
                  <a:schemeClr val="dk1"/>
                </a:solidFill>
              </a:rPr>
              <a:t>VISp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43" name="Google Shape;177;p17">
            <a:extLst>
              <a:ext uri="{FF2B5EF4-FFF2-40B4-BE49-F238E27FC236}">
                <a16:creationId xmlns:a16="http://schemas.microsoft.com/office/drawing/2014/main" id="{37A0B886-4B35-8B6A-DA98-ED449F961AB6}"/>
              </a:ext>
            </a:extLst>
          </p:cNvPr>
          <p:cNvSpPr txBox="1"/>
          <p:nvPr/>
        </p:nvSpPr>
        <p:spPr>
          <a:xfrm>
            <a:off x="7267430" y="3765722"/>
            <a:ext cx="380721" cy="39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750" tIns="101750" rIns="101750" bIns="1017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600">
                <a:solidFill>
                  <a:schemeClr val="dk1"/>
                </a:solidFill>
              </a:rPr>
              <a:t>VISlm</a:t>
            </a:r>
            <a:endParaRPr sz="600">
              <a:solidFill>
                <a:schemeClr val="dk1"/>
              </a:solidFill>
            </a:endParaRPr>
          </a:p>
        </p:txBody>
      </p:sp>
      <p:pic>
        <p:nvPicPr>
          <p:cNvPr id="44" name="Google Shape;178;p17" title="image (14).png">
            <a:extLst>
              <a:ext uri="{FF2B5EF4-FFF2-40B4-BE49-F238E27FC236}">
                <a16:creationId xmlns:a16="http://schemas.microsoft.com/office/drawing/2014/main" id="{EB177F96-1449-6D00-20EE-BB92EDE25F8E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3360" y="1368571"/>
            <a:ext cx="2012543" cy="1480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179;p17" title="image (11).png">
            <a:extLst>
              <a:ext uri="{FF2B5EF4-FFF2-40B4-BE49-F238E27FC236}">
                <a16:creationId xmlns:a16="http://schemas.microsoft.com/office/drawing/2014/main" id="{9DD9B22D-9119-893D-3E26-DAADDE295D76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70121" y="4479469"/>
            <a:ext cx="2012543" cy="1289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180;p17" title="image (13).png">
            <a:extLst>
              <a:ext uri="{FF2B5EF4-FFF2-40B4-BE49-F238E27FC236}">
                <a16:creationId xmlns:a16="http://schemas.microsoft.com/office/drawing/2014/main" id="{53CCFE8B-D59B-E95F-8AF7-E489756B71F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21577" t="29912" r="36048" b="21951"/>
          <a:stretch/>
        </p:blipFill>
        <p:spPr>
          <a:xfrm>
            <a:off x="5207714" y="1526018"/>
            <a:ext cx="1577945" cy="1321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181;p17" title="image (9).png">
            <a:extLst>
              <a:ext uri="{FF2B5EF4-FFF2-40B4-BE49-F238E27FC236}">
                <a16:creationId xmlns:a16="http://schemas.microsoft.com/office/drawing/2014/main" id="{27C83BFF-92F5-E40F-8C28-0755EA084222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l="24720" t="27895" r="32907" b="29827"/>
          <a:stretch/>
        </p:blipFill>
        <p:spPr>
          <a:xfrm>
            <a:off x="5207714" y="3150310"/>
            <a:ext cx="1577944" cy="1144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182;p17" title="image (12).png">
            <a:extLst>
              <a:ext uri="{FF2B5EF4-FFF2-40B4-BE49-F238E27FC236}">
                <a16:creationId xmlns:a16="http://schemas.microsoft.com/office/drawing/2014/main" id="{F4C5E0A0-90F0-8757-D28C-3B684ACD7A0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 l="26363" t="26347" r="31266" b="30118"/>
          <a:stretch/>
        </p:blipFill>
        <p:spPr>
          <a:xfrm>
            <a:off x="5207717" y="4587773"/>
            <a:ext cx="1577939" cy="11446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477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50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Jerome Lecoq</dc:creator>
  <cp:lastModifiedBy>Jerome Lecoq</cp:lastModifiedBy>
  <cp:revision>1</cp:revision>
  <dcterms:created xsi:type="dcterms:W3CDTF">2026-08-02T03:26:44Z</dcterms:created>
  <dcterms:modified xsi:type="dcterms:W3CDTF">2026-08-02T03:46:24Z</dcterms:modified>
</cp:coreProperties>
</file>